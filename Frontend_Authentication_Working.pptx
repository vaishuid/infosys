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Authentication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SmartStock Login &amp; Registration Page</a:t>
            </a:r>
          </a:p>
          <a:p>
            <a:r>
              <a:t>Frontend Working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– Page structure</a:t>
            </a:r>
          </a:p>
          <a:p>
            <a:r>
              <a:t>CSS – Styling &amp; Theme</a:t>
            </a:r>
          </a:p>
          <a:p>
            <a:r>
              <a:t>JavaScript – Logic &amp; API calls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Structure (HTML)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Login/Register form</a:t>
            </a:r>
          </a:p>
          <a:p>
            <a:r>
              <a:t>Email &amp; Password inputs</a:t>
            </a:r>
          </a:p>
          <a:p>
            <a:r>
              <a:t>Dynamic Name field</a:t>
            </a:r>
          </a:p>
          <a:p>
            <a:r>
              <a:t>Buttons &amp; links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&amp; Register Toggle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JavaScript switches between Login &amp; Register modes</a:t>
            </a:r>
          </a:p>
          <a:p>
            <a:r>
              <a:t>Shows/Hides Name field</a:t>
            </a:r>
          </a:p>
          <a:p>
            <a:r>
              <a:t>Updates button text dynamically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Checks empty fields</a:t>
            </a:r>
          </a:p>
          <a:p>
            <a:r>
              <a:t>Minimum password length</a:t>
            </a:r>
          </a:p>
          <a:p>
            <a:r>
              <a:t>Displays error messages to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Fetch API</a:t>
            </a:r>
          </a:p>
          <a:p>
            <a:r>
              <a:t>Sends POST requests to backend</a:t>
            </a:r>
          </a:p>
          <a:p>
            <a:r>
              <a:t>/login</a:t>
            </a:r>
          </a:p>
          <a:p>
            <a:r>
              <a:t>/register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Forgot Password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enters email</a:t>
            </a:r>
          </a:p>
          <a:p>
            <a:r>
              <a:t>Backend sends reset token</a:t>
            </a:r>
          </a:p>
          <a:p>
            <a:r>
              <a:t>User sets new password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JWT token stored in localStorage</a:t>
            </a:r>
          </a:p>
          <a:p>
            <a:r>
              <a:t>User redirected to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 errors handled</a:t>
            </a:r>
          </a:p>
          <a:p>
            <a:r>
              <a:t>Network errors handled</a:t>
            </a:r>
          </a:p>
          <a:p>
            <a:r>
              <a:t>User-friendly messages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&amp; interactive frontend authentication</a:t>
            </a:r>
          </a:p>
          <a:p>
            <a:r>
              <a:t>Smooth user experience</a:t>
            </a:r>
          </a:p>
          <a:p>
            <a:r>
              <a:t>Easy backend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